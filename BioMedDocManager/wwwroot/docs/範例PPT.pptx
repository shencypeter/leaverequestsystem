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861C3-C110-4861-5430-B2668A296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/>
              <a:t>PPT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16CE94-79C6-900A-CBC8-148D763ED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615766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{53E047A5-ED95-42BF-B57E-A6313DEB7CBD}TFc986dd65-aaf0-4d5c-bef9-9c391ee05f7b3aeb5a68-cd056cba05db</Template>
  <TotalTime>0</TotalTime>
  <Words>2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圖庫</vt:lpstr>
      <vt:lpstr>範例PPT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陳俊良</dc:creator>
  <cp:lastModifiedBy>陳俊良</cp:lastModifiedBy>
  <cp:revision>1</cp:revision>
  <dcterms:created xsi:type="dcterms:W3CDTF">2025-08-20T05:07:05Z</dcterms:created>
  <dcterms:modified xsi:type="dcterms:W3CDTF">2025-08-20T05:07:18Z</dcterms:modified>
</cp:coreProperties>
</file>